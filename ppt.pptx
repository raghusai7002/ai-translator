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Translangua: Your Global Communication Solution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Translangua empowers you to break down language barriers and connect with audiences worldwide.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41903"/>
            <a:ext cx="96489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Challenges of Language Barriers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9491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reach: Businesses struggle to connect with diverse audiences.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332928" y="409491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opportunities: Lost potential for growth and expansion.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72067" y="409491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communication: Misunderstandings and delays hinder collaboration.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2793"/>
            <a:ext cx="63961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Translangua Works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91733"/>
            <a:ext cx="170021" cy="362903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3973" y="3391733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text in your preferred language.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1133951" y="3981450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4134" y="398145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Translangua's AI engine translates the text into multiple languages.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474232" y="4934069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415" y="4934069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translated text that maintains the original meaning and tone.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54567"/>
            <a:ext cx="104164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Leveraging Cutting-Edge AI Technology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0599" y="5543669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45865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Machine Translation (NMT): Translangua utilizes advanced NMT for high-quality translations.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0076" y="5543669"/>
            <a:ext cx="20395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5954078" y="545865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Understanding: Translangua goes beyond word-for-word translation, capturing nuances and cultural context.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4586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90509" y="5543669"/>
            <a:ext cx="2094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0377249" y="5458658"/>
            <a:ext cx="345924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Learning: Translangua's AI engine constantly learns and improves its translation accuracy.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17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Integration Across Platforms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68950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483298"/>
            <a:ext cx="2291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Web-based platform for convenient access from any device.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904" y="3689509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25904" y="4483298"/>
            <a:ext cx="22920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on-the-go translation needs.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138" y="3689509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58138" y="4483298"/>
            <a:ext cx="22919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 with popular business software for streamlined workflows.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278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Accurate and Contextual Translation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85580"/>
            <a:ext cx="3664863" cy="1557576"/>
          </a:xfrm>
          <a:prstGeom prst="roundRect">
            <a:avLst>
              <a:gd name="adj" fmla="val 61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920014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High-quality translations for various purposes.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85467" y="3685580"/>
            <a:ext cx="3664863" cy="1557576"/>
          </a:xfrm>
          <a:prstGeom prst="roundRect">
            <a:avLst>
              <a:gd name="adj" fmla="val 611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9901" y="392001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translations for business communications, documents, and websites.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5469969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224" y="570440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understanding that ensures clear and natural translations.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842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Data Privacy and Security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3541990"/>
            <a:ext cx="30480" cy="290322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4037052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37971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5609" y="3882152"/>
            <a:ext cx="13656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3768804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encryption for secure transmission and storage.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358622" y="508039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0" name="Shape 7"/>
          <p:cNvSpPr/>
          <p:nvPr/>
        </p:nvSpPr>
        <p:spPr>
          <a:xfrm>
            <a:off x="878800" y="484048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1915" y="4925497"/>
            <a:ext cx="20395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2381488" y="4812149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with industry-standard security protocols.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358622" y="6123742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4" name="Shape 11"/>
          <p:cNvSpPr/>
          <p:nvPr/>
        </p:nvSpPr>
        <p:spPr>
          <a:xfrm>
            <a:off x="878800" y="5883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9176" y="5968841"/>
            <a:ext cx="20943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2381488" y="5855494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 to protecting user data and privacy.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Unlocking the Power of Multilingual Collaboration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your reach to new markets and audiences.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68022" y="453997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Collaborate seamlessly with international teams and partners.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68022" y="590085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Unlock the power of diversity and global perspectives.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2025-02-12T07:29:52Z</dcterms:created>
  <dcterms:modified xsi:type="dcterms:W3CDTF">2025-02-12T07:29:52Z</dcterms:modified>
</cp:coreProperties>
</file>